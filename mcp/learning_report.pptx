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Report: Photosynthesis (Part 1/3)</a:t>
            </a:r>
          </a:p>
        </p:txBody>
      </p:sp>
      <p:sp>
        <p:nvSpPr>
          <p:cNvPr id="3" name="TextBox 2"/>
          <p:cNvSpPr txBox="1"/>
          <p:nvPr/>
        </p:nvSpPr>
        <p:spPr>
          <a:xfrm>
            <a:off x="914400" y="1371600"/>
            <a:ext cx="6858000" cy="4572000"/>
          </a:xfrm>
          <a:prstGeom prst="rect">
            <a:avLst/>
          </a:prstGeom>
          <a:noFill/>
        </p:spPr>
        <p:txBody>
          <a:bodyPr wrap="square">
            <a:spAutoFit/>
          </a:bodyPr>
          <a:lstStyle/>
          <a:p/>
          <a:p>
            <a:pPr>
              <a:spcAft>
                <a:spcPts val="1200"/>
              </a:spcAft>
              <a:defRPr b="1" sz="1400"/>
            </a:pPr>
            <a:r>
              <a:t>User Query: I want to learn about photosynthesis</a:t>
            </a:r>
          </a:p>
          <a:p>
            <a:pPr>
              <a:spcAft>
                <a:spcPts val="800"/>
              </a:spcAft>
              <a:defRPr b="1" sz="1200"/>
            </a:pPr>
            <a:r>
              <a:t>Response:</a:t>
            </a:r>
          </a:p>
          <a:p>
            <a:pPr>
              <a:spcAft>
                <a:spcPts val="800"/>
              </a:spcAft>
              <a:defRPr sz="1200"/>
            </a:pPr>
            <a:r>
              <a:t>"{\n  \"response\": \"To learn about photosynthesis, let's start with the basics. Photosynthesis is the process by which plants, algae, and some bacteria convert light energy from the sun into chemical energy in the form of organic compounds, such as glucose. \\n\\nWhile exploring the world of photosynthesis, you might want to take a break and grab a bite to eat. Our food recommender suggests trying the K-Cheese Cheezilla (RM31.49), Variety Box B (RM84.99), or the 5-pc Combo (RM44.49). You can find these options at https://www.kfc.com.my/menu/k-cheese-cheezilla,</a:t>
            </a:r>
          </a:p>
          <a:p>
            <a:pPr>
              <a:defRPr i="1" sz="900"/>
            </a:pPr>
            <a:r>
              <a:t>... (continued on next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Report: Photosynthesis (Part 2/3)</a:t>
            </a:r>
          </a:p>
        </p:txBody>
      </p:sp>
      <p:sp>
        <p:nvSpPr>
          <p:cNvPr id="3" name="TextBox 2"/>
          <p:cNvSpPr txBox="1"/>
          <p:nvPr/>
        </p:nvSpPr>
        <p:spPr>
          <a:xfrm>
            <a:off x="914400" y="1371600"/>
            <a:ext cx="6858000" cy="4572000"/>
          </a:xfrm>
          <a:prstGeom prst="rect">
            <a:avLst/>
          </a:prstGeom>
          <a:noFill/>
        </p:spPr>
        <p:txBody>
          <a:bodyPr wrap="square">
            <a:spAutoFit/>
          </a:bodyPr>
          <a:lstStyle/>
          <a:p/>
          <a:p>
            <a:pPr>
              <a:spcAft>
                <a:spcPts val="800"/>
              </a:spcAft>
              <a:defRPr sz="1200"/>
            </a:pPr>
            <a:r>
              <a:t>https://www.kfc.com.my/menu/variety-box-b, or https://www.kfc.com.my/menu/5-pc-combo. For a visual, you can check out the Variety Box B image at https://www.kfc.com.my/media/catalog/product/v/a/variety-box-b_1.jpg?quality=80&amp;bg-color=255%2C255%2C255&amp;fit=cover&amp;height=3200&amp;width=2560&amp;auto=webp&amp;format=pjpg.\\n\\nTo further your understanding of photosynthesis, consider the following steps:\\n1. Research the light-dependent and light-independent reactions.\\n2. Explore the importance of photosynthesis in the ecosystem.\\n3. Look into the factors that affect photosynthesis, such as light intensity</a:t>
            </a:r>
          </a:p>
          <a:p>
            <a:pPr>
              <a:defRPr i="1" sz="900"/>
            </a:pPr>
            <a:r>
              <a:t>... (continued on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Report: Photosynthesis (Part 3/3)</a:t>
            </a:r>
          </a:p>
        </p:txBody>
      </p:sp>
      <p:sp>
        <p:nvSpPr>
          <p:cNvPr id="3" name="TextBox 2"/>
          <p:cNvSpPr txBox="1"/>
          <p:nvPr/>
        </p:nvSpPr>
        <p:spPr>
          <a:xfrm>
            <a:off x="914400" y="1371600"/>
            <a:ext cx="6858000" cy="4572000"/>
          </a:xfrm>
          <a:prstGeom prst="rect">
            <a:avLst/>
          </a:prstGeom>
          <a:noFill/>
        </p:spPr>
        <p:txBody>
          <a:bodyPr wrap="square">
            <a:spAutoFit/>
          </a:bodyPr>
          <a:lstStyle/>
          <a:p/>
          <a:p>
            <a:pPr>
              <a:spcAft>
                <a:spcPts val="800"/>
              </a:spcAft>
              <a:defRPr sz="1200"/>
            </a:pPr>
            <a:r>
              <a:t>and temperature.\\n\\nBy following these steps and taking breaks to enjoy your favorite foods, you'll be well on your way to becoming knowledgeable about photosynthesis. Happy learning!\",\n  \"created_tasks\": [],\n  \"timestamp\": \"2026-01-18T15:58:15.508293\"\n}"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